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9" autoAdjust="0"/>
    <p:restoredTop sz="94660"/>
  </p:normalViewPr>
  <p:slideViewPr>
    <p:cSldViewPr snapToGrid="0">
      <p:cViewPr varScale="1">
        <p:scale>
          <a:sx n="82" d="100"/>
          <a:sy n="82" d="100"/>
        </p:scale>
        <p:origin x="7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6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28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30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539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59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2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59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93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5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9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584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7F7708-326D-7C7D-2EB3-835F32F1B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C220A1-88D4-2C87-7D93-A630598AD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75147"/>
            <a:ext cx="7978385" cy="916234"/>
          </a:xfrm>
        </p:spPr>
        <p:txBody>
          <a:bodyPr anchor="ctr">
            <a:normAutofit/>
          </a:bodyPr>
          <a:lstStyle/>
          <a:p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9592A4-E406-5BBC-AE8C-6BF5BA0B6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426" y="196597"/>
            <a:ext cx="3634494" cy="868139"/>
          </a:xfrm>
        </p:spPr>
        <p:txBody>
          <a:bodyPr anchor="ctr">
            <a:normAutofit/>
          </a:bodyPr>
          <a:lstStyle/>
          <a:p>
            <a:pPr algn="r"/>
            <a:r>
              <a:rPr lang="en-US" sz="1800"/>
              <a:t>LOL</a:t>
            </a:r>
          </a:p>
          <a:p>
            <a:pPr algn="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2982535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Calisto MT</vt:lpstr>
      <vt:lpstr>Univers Condensed</vt:lpstr>
      <vt:lpstr>ChronicleVTI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алёна терехина</dc:creator>
  <cp:lastModifiedBy>алёна терехина</cp:lastModifiedBy>
  <cp:revision>1</cp:revision>
  <dcterms:created xsi:type="dcterms:W3CDTF">2026-05-14T17:34:29Z</dcterms:created>
  <dcterms:modified xsi:type="dcterms:W3CDTF">2026-05-14T17:35:18Z</dcterms:modified>
</cp:coreProperties>
</file>