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Business Cooperate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Jigi Dari</cp:lastModifiedBy>
  <cp:revision>4</cp:revision>
  <dcterms:created xsi:type="dcterms:W3CDTF">2025-07-23T00:59:00Z</dcterms:created>
  <dcterms:modified xsi:type="dcterms:W3CDTF">2026-05-14T11:33:46Z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1049-12.2.0.23202</vt:lpwstr>
  </property>
  <property fmtid="{D5CDD505-2E9C-101B-9397-08002B2CF9AE}" pid="3" name="ICV">
    <vt:lpwstr>E821F209EF6C4D518CBFAD490DE0EC84_11</vt:lpwstr>
  </property>
</Properties>
</file>