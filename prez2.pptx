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jigid</dc:creator>
  <cp:lastModifiedBy>Jigi Dari</cp:lastModifiedBy>
  <cp:revision>4</cp:revision>
  <dcterms:created xsi:type="dcterms:W3CDTF">2025-07-23T00:59:00Z</dcterms:created>
  <dcterms:modified xsi:type="dcterms:W3CDTF">2026-05-14T11:40:41Z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452358088E6E4A94849D10291DCC86D1_11</vt:lpwstr>
  </property>
</Properties>
</file>